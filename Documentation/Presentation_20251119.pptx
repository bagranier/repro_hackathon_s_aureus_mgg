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61A19F-355E-4869-B514-877C6195BE21}" v="1" dt="2025-11-21T16:01:13.0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964"/>
  </p:normalViewPr>
  <p:slideViewPr>
    <p:cSldViewPr snapToGrid="0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ptiste Granier" userId="53099b260dd1205a" providerId="LiveId" clId="{90B71470-3457-43C7-A3DC-C9ECD4F50305}"/>
    <pc:docChg chg="custSel addSld modSld sldOrd">
      <pc:chgData name="Baptiste Granier" userId="53099b260dd1205a" providerId="LiveId" clId="{90B71470-3457-43C7-A3DC-C9ECD4F50305}" dt="2025-11-21T16:04:12.747" v="184" actId="20577"/>
      <pc:docMkLst>
        <pc:docMk/>
      </pc:docMkLst>
      <pc:sldChg chg="modSp mod">
        <pc:chgData name="Baptiste Granier" userId="53099b260dd1205a" providerId="LiveId" clId="{90B71470-3457-43C7-A3DC-C9ECD4F50305}" dt="2025-11-21T16:04:12.747" v="184" actId="20577"/>
        <pc:sldMkLst>
          <pc:docMk/>
          <pc:sldMk cId="559233023" sldId="258"/>
        </pc:sldMkLst>
        <pc:spChg chg="mod">
          <ac:chgData name="Baptiste Granier" userId="53099b260dd1205a" providerId="LiveId" clId="{90B71470-3457-43C7-A3DC-C9ECD4F50305}" dt="2025-11-21T16:04:12.747" v="184" actId="20577"/>
          <ac:spMkLst>
            <pc:docMk/>
            <pc:sldMk cId="559233023" sldId="258"/>
            <ac:spMk id="3" creationId="{2FB65C28-209D-7A47-B111-DC4A1180EF2F}"/>
          </ac:spMkLst>
        </pc:spChg>
      </pc:sldChg>
      <pc:sldChg chg="addSp delSp modSp add mod ord">
        <pc:chgData name="Baptiste Granier" userId="53099b260dd1205a" providerId="LiveId" clId="{90B71470-3457-43C7-A3DC-C9ECD4F50305}" dt="2025-11-21T16:02:03.061" v="17" actId="14100"/>
        <pc:sldMkLst>
          <pc:docMk/>
          <pc:sldMk cId="2467049624" sldId="259"/>
        </pc:sldMkLst>
        <pc:spChg chg="mod">
          <ac:chgData name="Baptiste Granier" userId="53099b260dd1205a" providerId="LiveId" clId="{90B71470-3457-43C7-A3DC-C9ECD4F50305}" dt="2025-11-21T16:02:03.061" v="17" actId="14100"/>
          <ac:spMkLst>
            <pc:docMk/>
            <pc:sldMk cId="2467049624" sldId="259"/>
            <ac:spMk id="2" creationId="{01B488BC-D179-B556-9C6C-D318D03055AD}"/>
          </ac:spMkLst>
        </pc:spChg>
        <pc:spChg chg="del">
          <ac:chgData name="Baptiste Granier" userId="53099b260dd1205a" providerId="LiveId" clId="{90B71470-3457-43C7-A3DC-C9ECD4F50305}" dt="2025-11-21T16:01:43.525" v="10" actId="478"/>
          <ac:spMkLst>
            <pc:docMk/>
            <pc:sldMk cId="2467049624" sldId="259"/>
            <ac:spMk id="3" creationId="{6C3111EB-4B67-055C-1424-E2284A4B2378}"/>
          </ac:spMkLst>
        </pc:spChg>
        <pc:spChg chg="add del mod">
          <ac:chgData name="Baptiste Granier" userId="53099b260dd1205a" providerId="LiveId" clId="{90B71470-3457-43C7-A3DC-C9ECD4F50305}" dt="2025-11-21T16:01:44.889" v="11" actId="478"/>
          <ac:spMkLst>
            <pc:docMk/>
            <pc:sldMk cId="2467049624" sldId="259"/>
            <ac:spMk id="5" creationId="{1CBF4553-25F7-3CFD-245E-8AD0ED9F4F7A}"/>
          </ac:spMkLst>
        </pc:spChg>
        <pc:picChg chg="add mod">
          <ac:chgData name="Baptiste Granier" userId="53099b260dd1205a" providerId="LiveId" clId="{90B71470-3457-43C7-A3DC-C9ECD4F50305}" dt="2025-11-21T16:01:51.632" v="15" actId="1076"/>
          <ac:picMkLst>
            <pc:docMk/>
            <pc:sldMk cId="2467049624" sldId="259"/>
            <ac:picMk id="7" creationId="{F2FB66FB-BBD1-1FE2-EF75-910514FCC9A6}"/>
          </ac:picMkLst>
        </pc:picChg>
      </pc:sldChg>
      <pc:sldChg chg="addSp delSp modSp add mod">
        <pc:chgData name="Baptiste Granier" userId="53099b260dd1205a" providerId="LiveId" clId="{90B71470-3457-43C7-A3DC-C9ECD4F50305}" dt="2025-11-21T16:02:46.052" v="24" actId="1076"/>
        <pc:sldMkLst>
          <pc:docMk/>
          <pc:sldMk cId="1566341240" sldId="260"/>
        </pc:sldMkLst>
        <pc:spChg chg="mod">
          <ac:chgData name="Baptiste Granier" userId="53099b260dd1205a" providerId="LiveId" clId="{90B71470-3457-43C7-A3DC-C9ECD4F50305}" dt="2025-11-21T16:02:46.052" v="24" actId="1076"/>
          <ac:spMkLst>
            <pc:docMk/>
            <pc:sldMk cId="1566341240" sldId="260"/>
            <ac:spMk id="2" creationId="{45EE72B7-6BD9-A155-B08B-5C12AF38BFA5}"/>
          </ac:spMkLst>
        </pc:spChg>
        <pc:picChg chg="add mod">
          <ac:chgData name="Baptiste Granier" userId="53099b260dd1205a" providerId="LiveId" clId="{90B71470-3457-43C7-A3DC-C9ECD4F50305}" dt="2025-11-21T16:02:42.506" v="23" actId="1076"/>
          <ac:picMkLst>
            <pc:docMk/>
            <pc:sldMk cId="1566341240" sldId="260"/>
            <ac:picMk id="4" creationId="{1E515195-E5F0-B280-1714-40B3940F25FC}"/>
          </ac:picMkLst>
        </pc:picChg>
        <pc:picChg chg="del">
          <ac:chgData name="Baptiste Granier" userId="53099b260dd1205a" providerId="LiveId" clId="{90B71470-3457-43C7-A3DC-C9ECD4F50305}" dt="2025-11-21T16:02:13.874" v="19" actId="478"/>
          <ac:picMkLst>
            <pc:docMk/>
            <pc:sldMk cId="1566341240" sldId="260"/>
            <ac:picMk id="7" creationId="{BDB0438E-E0DB-D319-A882-B6417BC3E6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11/21/2025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D10273-BA22-EEBB-C556-D4183C182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3205" y="3428998"/>
            <a:ext cx="6036669" cy="2268559"/>
          </a:xfrm>
        </p:spPr>
        <p:txBody>
          <a:bodyPr/>
          <a:lstStyle/>
          <a:p>
            <a:r>
              <a:rPr lang="fr-FR" dirty="0" err="1"/>
              <a:t>ReproHackathon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E43A6C-7196-F4BF-6E3B-CB081D8F5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0323" y="2268786"/>
            <a:ext cx="5959551" cy="1160213"/>
          </a:xfrm>
        </p:spPr>
        <p:txBody>
          <a:bodyPr/>
          <a:lstStyle/>
          <a:p>
            <a:r>
              <a:rPr lang="fr-FR" dirty="0"/>
              <a:t>Valentine Michelet, Baptiste Grenier, Pierre-Jean Gouze</a:t>
            </a:r>
          </a:p>
        </p:txBody>
      </p:sp>
    </p:spTree>
    <p:extLst>
      <p:ext uri="{BB962C8B-B14F-4D97-AF65-F5344CB8AC3E}">
        <p14:creationId xmlns:p14="http://schemas.microsoft.com/office/powerpoint/2010/main" val="149989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B81A65-1BAD-6BFA-F253-3919E569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Workflow</a:t>
            </a:r>
          </a:p>
        </p:txBody>
      </p:sp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7EB3947C-7271-2113-84EF-2C06780ABF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3683" y="1751682"/>
            <a:ext cx="6250486" cy="3887118"/>
          </a:xfrm>
          <a:prstGeom prst="rect">
            <a:avLst/>
          </a:prstGeom>
        </p:spPr>
      </p:pic>
      <p:sp>
        <p:nvSpPr>
          <p:cNvPr id="5" name="Cadre 4">
            <a:extLst>
              <a:ext uri="{FF2B5EF4-FFF2-40B4-BE49-F238E27FC236}">
                <a16:creationId xmlns:a16="http://schemas.microsoft.com/office/drawing/2014/main" id="{087FB933-6D94-F2CD-0C57-990AEFC2335C}"/>
              </a:ext>
            </a:extLst>
          </p:cNvPr>
          <p:cNvSpPr/>
          <p:nvPr/>
        </p:nvSpPr>
        <p:spPr>
          <a:xfrm>
            <a:off x="4583017" y="2205540"/>
            <a:ext cx="1718631" cy="559694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Cadre 5">
            <a:extLst>
              <a:ext uri="{FF2B5EF4-FFF2-40B4-BE49-F238E27FC236}">
                <a16:creationId xmlns:a16="http://schemas.microsoft.com/office/drawing/2014/main" id="{84C746D0-BCD3-32E2-8F70-CA81B6476D20}"/>
              </a:ext>
            </a:extLst>
          </p:cNvPr>
          <p:cNvSpPr/>
          <p:nvPr/>
        </p:nvSpPr>
        <p:spPr>
          <a:xfrm>
            <a:off x="4768467" y="2966292"/>
            <a:ext cx="1327533" cy="462708"/>
          </a:xfrm>
          <a:prstGeom prst="fram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Cadre 6">
            <a:extLst>
              <a:ext uri="{FF2B5EF4-FFF2-40B4-BE49-F238E27FC236}">
                <a16:creationId xmlns:a16="http://schemas.microsoft.com/office/drawing/2014/main" id="{628BD7EA-58B9-D5D2-2B64-7B606E87D3FA}"/>
              </a:ext>
            </a:extLst>
          </p:cNvPr>
          <p:cNvSpPr/>
          <p:nvPr/>
        </p:nvSpPr>
        <p:spPr>
          <a:xfrm>
            <a:off x="4942938" y="3663109"/>
            <a:ext cx="907019" cy="462708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8" name="Cadre 7">
            <a:extLst>
              <a:ext uri="{FF2B5EF4-FFF2-40B4-BE49-F238E27FC236}">
                <a16:creationId xmlns:a16="http://schemas.microsoft.com/office/drawing/2014/main" id="{77C1F5A9-A336-C123-31A3-7B9F0CBEB74C}"/>
              </a:ext>
            </a:extLst>
          </p:cNvPr>
          <p:cNvSpPr/>
          <p:nvPr/>
        </p:nvSpPr>
        <p:spPr>
          <a:xfrm>
            <a:off x="7342779" y="2828911"/>
            <a:ext cx="1669019" cy="559694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Cadre 8">
            <a:extLst>
              <a:ext uri="{FF2B5EF4-FFF2-40B4-BE49-F238E27FC236}">
                <a16:creationId xmlns:a16="http://schemas.microsoft.com/office/drawing/2014/main" id="{5EDD263C-6563-1B31-42F3-7A7B0EF37360}"/>
              </a:ext>
            </a:extLst>
          </p:cNvPr>
          <p:cNvSpPr/>
          <p:nvPr/>
        </p:nvSpPr>
        <p:spPr>
          <a:xfrm>
            <a:off x="4698731" y="4232884"/>
            <a:ext cx="1397269" cy="559694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Cadre 9">
            <a:extLst>
              <a:ext uri="{FF2B5EF4-FFF2-40B4-BE49-F238E27FC236}">
                <a16:creationId xmlns:a16="http://schemas.microsoft.com/office/drawing/2014/main" id="{4DE7841D-C2BC-D582-7998-68CA9C25C97F}"/>
              </a:ext>
            </a:extLst>
          </p:cNvPr>
          <p:cNvSpPr/>
          <p:nvPr/>
        </p:nvSpPr>
        <p:spPr>
          <a:xfrm>
            <a:off x="4818081" y="4936128"/>
            <a:ext cx="1327534" cy="559694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" name="Cadre 2">
            <a:extLst>
              <a:ext uri="{FF2B5EF4-FFF2-40B4-BE49-F238E27FC236}">
                <a16:creationId xmlns:a16="http://schemas.microsoft.com/office/drawing/2014/main" id="{D6EDFC54-E52F-B495-ECB0-3721707A5C83}"/>
              </a:ext>
            </a:extLst>
          </p:cNvPr>
          <p:cNvSpPr/>
          <p:nvPr/>
        </p:nvSpPr>
        <p:spPr>
          <a:xfrm>
            <a:off x="7342779" y="2205539"/>
            <a:ext cx="1669019" cy="524995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Cadre 10">
            <a:extLst>
              <a:ext uri="{FF2B5EF4-FFF2-40B4-BE49-F238E27FC236}">
                <a16:creationId xmlns:a16="http://schemas.microsoft.com/office/drawing/2014/main" id="{3DB966CB-AD35-A264-0D52-B7A4A7B62DD3}"/>
              </a:ext>
            </a:extLst>
          </p:cNvPr>
          <p:cNvSpPr/>
          <p:nvPr/>
        </p:nvSpPr>
        <p:spPr>
          <a:xfrm>
            <a:off x="3245905" y="4072128"/>
            <a:ext cx="907019" cy="720449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Cadre 11">
            <a:extLst>
              <a:ext uri="{FF2B5EF4-FFF2-40B4-BE49-F238E27FC236}">
                <a16:creationId xmlns:a16="http://schemas.microsoft.com/office/drawing/2014/main" id="{A52E3AE7-AA45-FF00-FE23-51F7AFF29787}"/>
              </a:ext>
            </a:extLst>
          </p:cNvPr>
          <p:cNvSpPr/>
          <p:nvPr/>
        </p:nvSpPr>
        <p:spPr>
          <a:xfrm>
            <a:off x="6507490" y="4310107"/>
            <a:ext cx="907019" cy="720449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625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A181A-F1E5-1FFE-EFFA-36B0A450E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B488BC-D179-B556-9C6C-D318D0305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382556"/>
            <a:ext cx="7958331" cy="1502730"/>
          </a:xfrm>
        </p:spPr>
        <p:txBody>
          <a:bodyPr/>
          <a:lstStyle/>
          <a:p>
            <a:pPr algn="ctr"/>
            <a:r>
              <a:rPr lang="fr-FR" dirty="0"/>
              <a:t>Figures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2FB66FB-BBD1-1FE2-EF75-910514FCC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798" y="1152185"/>
            <a:ext cx="6224403" cy="521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049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36784-6FF4-B602-C8C1-94881DAED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EE72B7-6BD9-A155-B08B-5C12AF38B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834" y="382556"/>
            <a:ext cx="7958331" cy="1502730"/>
          </a:xfrm>
        </p:spPr>
        <p:txBody>
          <a:bodyPr/>
          <a:lstStyle/>
          <a:p>
            <a:pPr algn="ctr"/>
            <a:r>
              <a:rPr lang="fr-FR" dirty="0"/>
              <a:t>Figures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E515195-E5F0-B280-1714-40B3940F2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582" y="1133921"/>
            <a:ext cx="6792836" cy="5482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41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D5000D-4844-19F5-133F-689717EE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Nos Questions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B65C28-209D-7A47-B111-DC4A1180E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fr-FR" dirty="0"/>
              <a:t>DeSeq2 : Qualité des figures proposées 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fr-FR" dirty="0"/>
              <a:t>Format du Git / Evaluation (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dir</a:t>
            </a:r>
            <a:r>
              <a:rPr lang="fr-FR" dirty="0"/>
              <a:t>. Data ?)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fr-FR" dirty="0"/>
              <a:t>.</a:t>
            </a:r>
            <a:r>
              <a:rPr lang="fr-FR" dirty="0" err="1"/>
              <a:t>tsv</a:t>
            </a:r>
            <a:r>
              <a:rPr lang="fr-FR" dirty="0"/>
              <a:t> ? Comment télécharger le fichier sur </a:t>
            </a:r>
            <a:r>
              <a:rPr lang="fr-FR"/>
              <a:t>le wiki</a:t>
            </a:r>
          </a:p>
          <a:p>
            <a:pPr>
              <a:buFont typeface="Courier New" panose="02070309020205020404" pitchFamily="49" charset="0"/>
              <a:buChar char="o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5923302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0</TotalTime>
  <Words>43</Words>
  <Application>Microsoft Office PowerPoint</Application>
  <PresentationFormat>Grand écran</PresentationFormat>
  <Paragraphs>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Courier New</vt:lpstr>
      <vt:lpstr>MS Shell Dlg 2</vt:lpstr>
      <vt:lpstr>Wingdings</vt:lpstr>
      <vt:lpstr>Wingdings 3</vt:lpstr>
      <vt:lpstr>Madison</vt:lpstr>
      <vt:lpstr>ReproHackathon</vt:lpstr>
      <vt:lpstr>Le Workflow</vt:lpstr>
      <vt:lpstr>Figures</vt:lpstr>
      <vt:lpstr>Figures</vt:lpstr>
      <vt:lpstr>Nos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ReproHackathon</dc:title>
  <dc:creator>Pierre-Jean GOUZE</dc:creator>
  <cp:lastModifiedBy>Baptiste Granier</cp:lastModifiedBy>
  <cp:revision>3</cp:revision>
  <dcterms:created xsi:type="dcterms:W3CDTF">2025-10-24T12:29:01Z</dcterms:created>
  <dcterms:modified xsi:type="dcterms:W3CDTF">2025-11-21T16:04:17Z</dcterms:modified>
</cp:coreProperties>
</file>