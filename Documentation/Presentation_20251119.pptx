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E1D24-2712-4447-9B70-7591DD4C9F1B}" v="3" dt="2025-11-19T11:14:57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64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10273-BA22-EEBB-C556-D4183C182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3205" y="3428998"/>
            <a:ext cx="6036669" cy="2268559"/>
          </a:xfrm>
        </p:spPr>
        <p:txBody>
          <a:bodyPr/>
          <a:lstStyle/>
          <a:p>
            <a:r>
              <a:rPr lang="fr-FR" dirty="0" err="1"/>
              <a:t>ReproHackathon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E43A6C-7196-F4BF-6E3B-CB081D8F5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0323" y="2268786"/>
            <a:ext cx="5959551" cy="1160213"/>
          </a:xfrm>
        </p:spPr>
        <p:txBody>
          <a:bodyPr/>
          <a:lstStyle/>
          <a:p>
            <a:r>
              <a:rPr lang="fr-FR" dirty="0"/>
              <a:t>Valentine Michelet, Baptiste Grenier, Pierre-Jean Gouze</a:t>
            </a:r>
          </a:p>
        </p:txBody>
      </p:sp>
    </p:spTree>
    <p:extLst>
      <p:ext uri="{BB962C8B-B14F-4D97-AF65-F5344CB8AC3E}">
        <p14:creationId xmlns:p14="http://schemas.microsoft.com/office/powerpoint/2010/main" val="14998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81A65-1BAD-6BFA-F253-3919E569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Workflow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EB3947C-7271-2113-84EF-2C06780AB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683" y="1751682"/>
            <a:ext cx="6250486" cy="3887118"/>
          </a:xfrm>
          <a:prstGeom prst="rect">
            <a:avLst/>
          </a:prstGeom>
        </p:spPr>
      </p:pic>
      <p:sp>
        <p:nvSpPr>
          <p:cNvPr id="5" name="Cadre 4">
            <a:extLst>
              <a:ext uri="{FF2B5EF4-FFF2-40B4-BE49-F238E27FC236}">
                <a16:creationId xmlns:a16="http://schemas.microsoft.com/office/drawing/2014/main" id="{087FB933-6D94-F2CD-0C57-990AEFC2335C}"/>
              </a:ext>
            </a:extLst>
          </p:cNvPr>
          <p:cNvSpPr/>
          <p:nvPr/>
        </p:nvSpPr>
        <p:spPr>
          <a:xfrm>
            <a:off x="4583017" y="2205540"/>
            <a:ext cx="1718631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Cadre 5">
            <a:extLst>
              <a:ext uri="{FF2B5EF4-FFF2-40B4-BE49-F238E27FC236}">
                <a16:creationId xmlns:a16="http://schemas.microsoft.com/office/drawing/2014/main" id="{84C746D0-BCD3-32E2-8F70-CA81B6476D20}"/>
              </a:ext>
            </a:extLst>
          </p:cNvPr>
          <p:cNvSpPr/>
          <p:nvPr/>
        </p:nvSpPr>
        <p:spPr>
          <a:xfrm>
            <a:off x="4768467" y="2966292"/>
            <a:ext cx="1327533" cy="462708"/>
          </a:xfrm>
          <a:prstGeom prst="fram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628BD7EA-58B9-D5D2-2B64-7B606E87D3FA}"/>
              </a:ext>
            </a:extLst>
          </p:cNvPr>
          <p:cNvSpPr/>
          <p:nvPr/>
        </p:nvSpPr>
        <p:spPr>
          <a:xfrm>
            <a:off x="4942938" y="3663109"/>
            <a:ext cx="907019" cy="46270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Cadre 7">
            <a:extLst>
              <a:ext uri="{FF2B5EF4-FFF2-40B4-BE49-F238E27FC236}">
                <a16:creationId xmlns:a16="http://schemas.microsoft.com/office/drawing/2014/main" id="{77C1F5A9-A336-C123-31A3-7B9F0CBEB74C}"/>
              </a:ext>
            </a:extLst>
          </p:cNvPr>
          <p:cNvSpPr/>
          <p:nvPr/>
        </p:nvSpPr>
        <p:spPr>
          <a:xfrm>
            <a:off x="7342779" y="2828911"/>
            <a:ext cx="1669019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Cadre 8">
            <a:extLst>
              <a:ext uri="{FF2B5EF4-FFF2-40B4-BE49-F238E27FC236}">
                <a16:creationId xmlns:a16="http://schemas.microsoft.com/office/drawing/2014/main" id="{5EDD263C-6563-1B31-42F3-7A7B0EF37360}"/>
              </a:ext>
            </a:extLst>
          </p:cNvPr>
          <p:cNvSpPr/>
          <p:nvPr/>
        </p:nvSpPr>
        <p:spPr>
          <a:xfrm>
            <a:off x="4698731" y="4232884"/>
            <a:ext cx="1397269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Cadre 9">
            <a:extLst>
              <a:ext uri="{FF2B5EF4-FFF2-40B4-BE49-F238E27FC236}">
                <a16:creationId xmlns:a16="http://schemas.microsoft.com/office/drawing/2014/main" id="{4DE7841D-C2BC-D582-7998-68CA9C25C97F}"/>
              </a:ext>
            </a:extLst>
          </p:cNvPr>
          <p:cNvSpPr/>
          <p:nvPr/>
        </p:nvSpPr>
        <p:spPr>
          <a:xfrm>
            <a:off x="4818081" y="4936128"/>
            <a:ext cx="1327534" cy="55969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Cadre 2">
            <a:extLst>
              <a:ext uri="{FF2B5EF4-FFF2-40B4-BE49-F238E27FC236}">
                <a16:creationId xmlns:a16="http://schemas.microsoft.com/office/drawing/2014/main" id="{D6EDFC54-E52F-B495-ECB0-3721707A5C83}"/>
              </a:ext>
            </a:extLst>
          </p:cNvPr>
          <p:cNvSpPr/>
          <p:nvPr/>
        </p:nvSpPr>
        <p:spPr>
          <a:xfrm>
            <a:off x="7342779" y="2205539"/>
            <a:ext cx="1669019" cy="52499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Cadre 10">
            <a:extLst>
              <a:ext uri="{FF2B5EF4-FFF2-40B4-BE49-F238E27FC236}">
                <a16:creationId xmlns:a16="http://schemas.microsoft.com/office/drawing/2014/main" id="{3DB966CB-AD35-A264-0D52-B7A4A7B62DD3}"/>
              </a:ext>
            </a:extLst>
          </p:cNvPr>
          <p:cNvSpPr/>
          <p:nvPr/>
        </p:nvSpPr>
        <p:spPr>
          <a:xfrm>
            <a:off x="3245905" y="4072128"/>
            <a:ext cx="907019" cy="72044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Cadre 11">
            <a:extLst>
              <a:ext uri="{FF2B5EF4-FFF2-40B4-BE49-F238E27FC236}">
                <a16:creationId xmlns:a16="http://schemas.microsoft.com/office/drawing/2014/main" id="{A52E3AE7-AA45-FF00-FE23-51F7AFF29787}"/>
              </a:ext>
            </a:extLst>
          </p:cNvPr>
          <p:cNvSpPr/>
          <p:nvPr/>
        </p:nvSpPr>
        <p:spPr>
          <a:xfrm>
            <a:off x="6507490" y="4310107"/>
            <a:ext cx="907019" cy="72044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62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5000D-4844-19F5-133F-689717EE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Nos Questions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B65C28-209D-7A47-B111-DC4A1180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fr-FR"/>
              <a:t>DeSeq2 : 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9233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16</Words>
  <Application>Microsoft Office PowerPoint</Application>
  <PresentationFormat>Grand écran</PresentationFormat>
  <Paragraphs>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Courier New</vt:lpstr>
      <vt:lpstr>MS Shell Dlg 2</vt:lpstr>
      <vt:lpstr>Wingdings</vt:lpstr>
      <vt:lpstr>Wingdings 3</vt:lpstr>
      <vt:lpstr>Madison</vt:lpstr>
      <vt:lpstr>ReproHackathon</vt:lpstr>
      <vt:lpstr>Le Workflow</vt:lpstr>
      <vt:lpstr>Nos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ReproHackathon</dc:title>
  <dc:creator>Pierre-Jean GOUZE</dc:creator>
  <cp:lastModifiedBy>Baptiste Granier</cp:lastModifiedBy>
  <cp:revision>3</cp:revision>
  <dcterms:created xsi:type="dcterms:W3CDTF">2025-10-24T12:29:01Z</dcterms:created>
  <dcterms:modified xsi:type="dcterms:W3CDTF">2025-11-19T11:16:28Z</dcterms:modified>
</cp:coreProperties>
</file>